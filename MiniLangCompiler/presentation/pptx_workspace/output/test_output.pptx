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69263010d4d3b" /><Relationship Type="http://schemas.openxmlformats.org/officeDocument/2006/relationships/extended-properties" Target="/docProps/app.xml" Id="R8efb12c5ca2d456c" /><Relationship Type="http://schemas.openxmlformats.org/officeDocument/2006/relationships/officeDocument" Target="/ppt/presentation.xml" Id="R4089422c196d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76e5b7df744a9"/>
  </p:sldMasterIdLst>
  <p:notesMasterIdLst>
    <p:notesMasterId xmlns:r="http://schemas.openxmlformats.org/officeDocument/2006/relationships" r:id="R7a097454d6284e3d"/>
  </p:notesMasterIdLst>
  <p:sldIdLst>
    <p:sldId xmlns:r="http://schemas.openxmlformats.org/officeDocument/2006/relationships" id="256" r:id="Rf04742c70eb34b6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76e5b7df744a9" /><Relationship Type="http://schemas.openxmlformats.org/officeDocument/2006/relationships/theme" Target="/ppt/theme/theme1.xml" Id="Raf0287bf75a346b2" /><Relationship Type="http://schemas.openxmlformats.org/officeDocument/2006/relationships/notesMaster" Target="/ppt/notesMasters/notesMaster1.xml" Id="R7a097454d6284e3d" /><Relationship Type="http://schemas.openxmlformats.org/officeDocument/2006/relationships/presProps" Target="/ppt/presProps.xml" Id="Rcc86ba4e833f4223" /><Relationship Type="http://schemas.openxmlformats.org/officeDocument/2006/relationships/viewProps" Target="/ppt/viewProps.xml" Id="Rb72417c15b3d4cdc" /><Relationship Type="http://schemas.openxmlformats.org/officeDocument/2006/relationships/tableStyles" Target="/ppt/tableStyles.xml" Id="R9d6887f8a750410d" /><Relationship Type="http://schemas.openxmlformats.org/officeDocument/2006/relationships/slide" Target="/ppt/slides/slide1.xml" Id="Rf04742c70eb3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681cd2ceed5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fc2eaf3e954929" /><Relationship Type="http://schemas.openxmlformats.org/officeDocument/2006/relationships/notesMaster" Target="/ppt/notesMasters/notesMaster1.xml" Id="Rdfa76698af10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fc1e3393b496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21de55d2b4d4706" /><Relationship Type="http://schemas.openxmlformats.org/officeDocument/2006/relationships/slideLayout" Target="/ppt/slideLayouts/slideLayout2.xml" Id="R57ff59a0ae9a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ff59a0ae9a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5566269944e62" /><Relationship Type="http://schemas.openxmlformats.org/officeDocument/2006/relationships/notesSlide" Target="/ppt/notesSlides/notesSlide1.xml" Id="Ra6e6c055ddcf46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390206-08B1-44F3-BD73-F2CE1AE1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343B"/>
                </a:solidFill>
              </a:defRPr>
            </a:pPr>
            <a:r>
              <a:rPr sz="5400" b="1">
                <a:solidFill>
                  <a:srgbClr val="12343B"/>
                </a:solidFill>
              </a:rPr>
              <a:t>MiniLang Compiler / Interpreter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28615AD-6DEE-4942-9876-8AE5576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16F92A4-839E-48B1-B1A7-06D4F0C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645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1535B"/>
                </a:solidFill>
              </a:defRPr>
            </a:pPr>
            <a:r>
              <a:rPr sz="2550">
                <a:solidFill>
                  <a:srgbClr val="31535B"/>
                </a:solidFill>
              </a:rPr>
              <a:t>Lexical Analysis -&gt; Syntax Analysis -&gt; Semantic Analysis -&gt;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8354736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2026-04-30T13:57:38.8480000Z</dcterms:created>
  <dcterms:modified xsi:type="dcterms:W3CDTF">2026-04-30T13:57:38.8480000Z</dcterms:modified>
</coreProperties>
</file>